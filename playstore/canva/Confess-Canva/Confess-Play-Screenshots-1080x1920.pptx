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0287000" cy="1828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phone-01-confess_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pic>
        <p:nvPicPr>
          <p:cNvPr id="3" name="Phone" descr="phone-01-confess__pho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5524500"/>
            <a:ext cx="8991600" cy="12763500"/>
          </a:xfrm>
          <a:prstGeom prst="rect">
            <a:avLst/>
          </a:prstGeom>
        </p:spPr>
      </p:pic>
      <p:sp>
        <p:nvSpPr>
          <p:cNvPr id="4" name="Dot"/>
          <p:cNvSpPr/>
          <p:nvPr/>
        </p:nvSpPr>
        <p:spPr>
          <a:xfrm>
            <a:off x="876300" y="1238250"/>
            <a:ext cx="114300" cy="114300"/>
          </a:xfrm>
          <a:prstGeom prst="ellipse">
            <a:avLst/>
          </a:prstGeom>
          <a:solidFill>
            <a:srgbClr val="E8A0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Label"/>
          <p:cNvSpPr txBox="1"/>
          <p:nvPr/>
        </p:nvSpPr>
        <p:spPr>
          <a:xfrm>
            <a:off x="1143000" y="1123950"/>
            <a:ext cx="10748010" cy="3429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r>
              <a:rPr sz="1950" i="0" b="1" spc="300">
                <a:solidFill>
                  <a:srgbClr val="E8A04C"/>
                </a:solidFill>
                <a:latin typeface="Manrope"/>
              </a:rPr>
              <a:t>ANONYMOUS CONFESSIONS</a:t>
            </a:r>
          </a:p>
        </p:txBody>
      </p:sp>
      <p:sp>
        <p:nvSpPr>
          <p:cNvPr id="6" name="Headline"/>
          <p:cNvSpPr txBox="1"/>
          <p:nvPr/>
        </p:nvSpPr>
        <p:spPr>
          <a:xfrm>
            <a:off x="876300" y="1733550"/>
            <a:ext cx="9046464" cy="182254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>
              <a:lnSpc>
                <a:spcPts val="7176"/>
              </a:lnSpc>
            </a:pPr>
            <a:r>
              <a:rPr sz="6900" i="0" b="0" spc="-75">
                <a:solidFill>
                  <a:srgbClr val="ECE8E1"/>
                </a:solidFill>
                <a:latin typeface="Newsreader"/>
              </a:rPr>
              <a:t>Say what you </a:t>
            </a:r>
            <a:r>
              <a:rPr sz="6900" i="1" b="0" spc="-75">
                <a:solidFill>
                  <a:srgbClr val="E8A04C"/>
                </a:solidFill>
                <a:latin typeface="Newsreader"/>
              </a:rPr>
              <a:t>can’t</a:t>
            </a:r>
            <a:r>
              <a:rPr sz="6900" i="0" b="0" spc="-75">
                <a:solidFill>
                  <a:srgbClr val="ECE8E1"/>
                </a:solidFill>
                <a:latin typeface="Newsreader"/>
              </a:rPr>
              <a:t> say out loud.</a:t>
            </a:r>
          </a:p>
        </p:txBody>
      </p:sp>
      <p:sp>
        <p:nvSpPr>
          <p:cNvPr id="7" name="Subtitle"/>
          <p:cNvSpPr txBox="1"/>
          <p:nvPr/>
        </p:nvSpPr>
        <p:spPr>
          <a:xfrm>
            <a:off x="876300" y="3841849"/>
            <a:ext cx="8682990" cy="973633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>
              <a:lnSpc>
                <a:spcPts val="3833"/>
              </a:lnSpc>
            </a:pPr>
            <a:r>
              <a:rPr sz="2700" i="0" b="0">
                <a:solidFill>
                  <a:srgbClr val="8E8A96"/>
                </a:solidFill>
                <a:latin typeface="Manrope"/>
              </a:rPr>
              <a:t>Write it like a letter. Your alias is the only name anyone will ever see.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phone-01-confess_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pic>
        <p:nvPicPr>
          <p:cNvPr id="3" name="Phone" descr="phone-02-react__pho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5524500"/>
            <a:ext cx="8991600" cy="12763500"/>
          </a:xfrm>
          <a:prstGeom prst="rect">
            <a:avLst/>
          </a:prstGeom>
        </p:spPr>
      </p:pic>
      <p:sp>
        <p:nvSpPr>
          <p:cNvPr id="4" name="Dot"/>
          <p:cNvSpPr/>
          <p:nvPr/>
        </p:nvSpPr>
        <p:spPr>
          <a:xfrm>
            <a:off x="876300" y="1238250"/>
            <a:ext cx="114300" cy="114300"/>
          </a:xfrm>
          <a:prstGeom prst="ellipse">
            <a:avLst/>
          </a:prstGeom>
          <a:solidFill>
            <a:srgbClr val="E8A0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Label"/>
          <p:cNvSpPr txBox="1"/>
          <p:nvPr/>
        </p:nvSpPr>
        <p:spPr>
          <a:xfrm>
            <a:off x="1143000" y="1123950"/>
            <a:ext cx="10748010" cy="3429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r>
              <a:rPr sz="1950" i="0" b="1" spc="300">
                <a:solidFill>
                  <a:srgbClr val="E8A04C"/>
                </a:solidFill>
                <a:latin typeface="Manrope"/>
              </a:rPr>
              <a:t>FEEL IT</a:t>
            </a:r>
          </a:p>
        </p:txBody>
      </p:sp>
      <p:sp>
        <p:nvSpPr>
          <p:cNvPr id="6" name="Headline"/>
          <p:cNvSpPr txBox="1"/>
          <p:nvPr/>
        </p:nvSpPr>
        <p:spPr>
          <a:xfrm>
            <a:off x="876300" y="1733550"/>
            <a:ext cx="9046464" cy="182254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>
              <a:lnSpc>
                <a:spcPts val="7176"/>
              </a:lnSpc>
            </a:pPr>
            <a:r>
              <a:rPr sz="6900" i="0" b="0" spc="-75">
                <a:solidFill>
                  <a:srgbClr val="ECE8E1"/>
                </a:solidFill>
                <a:latin typeface="Newsreader"/>
              </a:rPr>
              <a:t>Feel it. </a:t>
            </a:r>
            <a:r>
              <a:rPr sz="6900" i="1" b="0" spc="-75">
                <a:solidFill>
                  <a:srgbClr val="E8A04C"/>
                </a:solidFill>
                <a:latin typeface="Newsreader"/>
              </a:rPr>
              <a:t>Hug it.</a:t>
            </a:r>
            <a:r>
              <a:rPr sz="6900" i="0" b="0" spc="-75">
                <a:solidFill>
                  <a:srgbClr val="ECE8E1"/>
                </a:solidFill>
                <a:latin typeface="Newsreader"/>
              </a:rPr>
              <a:t> Say “same”.</a:t>
            </a:r>
          </a:p>
        </p:txBody>
      </p:sp>
      <p:sp>
        <p:nvSpPr>
          <p:cNvPr id="7" name="Subtitle"/>
          <p:cNvSpPr txBox="1"/>
          <p:nvPr/>
        </p:nvSpPr>
        <p:spPr>
          <a:xfrm>
            <a:off x="876300" y="3841849"/>
            <a:ext cx="8682990" cy="973633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>
              <a:lnSpc>
                <a:spcPts val="3833"/>
              </a:lnSpc>
            </a:pPr>
            <a:r>
              <a:rPr sz="2700" i="0" b="0">
                <a:solidFill>
                  <a:srgbClr val="8E8A96"/>
                </a:solidFill>
                <a:latin typeface="Manrope"/>
              </a:rPr>
              <a:t>Double-tap to feel a confession — or hold for a hug, strength or tears.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phone-01-confess_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pic>
        <p:nvPicPr>
          <p:cNvPr id="3" name="Phone" descr="phone-03-stories__pho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5524500"/>
            <a:ext cx="8991600" cy="12763500"/>
          </a:xfrm>
          <a:prstGeom prst="rect">
            <a:avLst/>
          </a:prstGeom>
        </p:spPr>
      </p:pic>
      <p:sp>
        <p:nvSpPr>
          <p:cNvPr id="4" name="Dot"/>
          <p:cNvSpPr/>
          <p:nvPr/>
        </p:nvSpPr>
        <p:spPr>
          <a:xfrm>
            <a:off x="876300" y="1238250"/>
            <a:ext cx="114300" cy="114300"/>
          </a:xfrm>
          <a:prstGeom prst="ellipse">
            <a:avLst/>
          </a:prstGeom>
          <a:solidFill>
            <a:srgbClr val="E8A0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Label"/>
          <p:cNvSpPr txBox="1"/>
          <p:nvPr/>
        </p:nvSpPr>
        <p:spPr>
          <a:xfrm>
            <a:off x="1143000" y="1123950"/>
            <a:ext cx="10748010" cy="3429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r>
              <a:rPr sz="1950" i="0" b="1" spc="300">
                <a:solidFill>
                  <a:srgbClr val="E8A04C"/>
                </a:solidFill>
                <a:latin typeface="Manrope"/>
              </a:rPr>
              <a:t>STORIES</a:t>
            </a:r>
          </a:p>
        </p:txBody>
      </p:sp>
      <p:sp>
        <p:nvSpPr>
          <p:cNvPr id="6" name="Headline"/>
          <p:cNvSpPr txBox="1"/>
          <p:nvPr/>
        </p:nvSpPr>
        <p:spPr>
          <a:xfrm>
            <a:off x="876300" y="1733550"/>
            <a:ext cx="9046464" cy="182254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>
              <a:lnSpc>
                <a:spcPts val="7176"/>
              </a:lnSpc>
            </a:pPr>
            <a:r>
              <a:rPr sz="6900" i="0" b="0" spc="-75">
                <a:solidFill>
                  <a:srgbClr val="ECE8E1"/>
                </a:solidFill>
                <a:latin typeface="Newsreader"/>
              </a:rPr>
              <a:t>Stories that </a:t>
            </a:r>
            <a:r>
              <a:rPr sz="6900" i="1" b="0" spc="-75">
                <a:solidFill>
                  <a:srgbClr val="E8A04C"/>
                </a:solidFill>
                <a:latin typeface="Newsreader"/>
              </a:rPr>
              <a:t>fade</a:t>
            </a:r>
            <a:r>
              <a:rPr sz="6900" i="0" b="0" spc="-75">
                <a:solidFill>
                  <a:srgbClr val="ECE8E1"/>
                </a:solidFill>
                <a:latin typeface="Newsreader"/>
              </a:rPr>
              <a:t> in 24 hours.</a:t>
            </a:r>
          </a:p>
        </p:txBody>
      </p:sp>
      <p:sp>
        <p:nvSpPr>
          <p:cNvPr id="7" name="Subtitle"/>
          <p:cNvSpPr txBox="1"/>
          <p:nvPr/>
        </p:nvSpPr>
        <p:spPr>
          <a:xfrm>
            <a:off x="876300" y="3841849"/>
            <a:ext cx="8682990" cy="48681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>
              <a:lnSpc>
                <a:spcPts val="3833"/>
              </a:lnSpc>
            </a:pPr>
            <a:r>
              <a:rPr sz="2700" i="0" b="0">
                <a:solidFill>
                  <a:srgbClr val="8E8A96"/>
                </a:solidFill>
                <a:latin typeface="Manrope"/>
              </a:rPr>
              <a:t>A line, a mood, a colour. Gone by tomorrow night.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phone-01-confess_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pic>
        <p:nvPicPr>
          <p:cNvPr id="3" name="Phone" descr="phone-04-avatar__pho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5524500"/>
            <a:ext cx="8991600" cy="12763500"/>
          </a:xfrm>
          <a:prstGeom prst="rect">
            <a:avLst/>
          </a:prstGeom>
        </p:spPr>
      </p:pic>
      <p:sp>
        <p:nvSpPr>
          <p:cNvPr id="4" name="Dot"/>
          <p:cNvSpPr/>
          <p:nvPr/>
        </p:nvSpPr>
        <p:spPr>
          <a:xfrm>
            <a:off x="876300" y="1238250"/>
            <a:ext cx="114300" cy="114300"/>
          </a:xfrm>
          <a:prstGeom prst="ellipse">
            <a:avLst/>
          </a:prstGeom>
          <a:solidFill>
            <a:srgbClr val="E8A0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Label"/>
          <p:cNvSpPr txBox="1"/>
          <p:nvPr/>
        </p:nvSpPr>
        <p:spPr>
          <a:xfrm>
            <a:off x="1143000" y="1123950"/>
            <a:ext cx="10748010" cy="3429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r>
              <a:rPr sz="1950" i="0" b="1" spc="300">
                <a:solidFill>
                  <a:srgbClr val="E8A04C"/>
                </a:solidFill>
                <a:latin typeface="Manrope"/>
              </a:rPr>
              <a:t>YOUR AVATAR</a:t>
            </a:r>
          </a:p>
        </p:txBody>
      </p:sp>
      <p:sp>
        <p:nvSpPr>
          <p:cNvPr id="6" name="Headline"/>
          <p:cNvSpPr txBox="1"/>
          <p:nvPr/>
        </p:nvSpPr>
        <p:spPr>
          <a:xfrm>
            <a:off x="876300" y="1733550"/>
            <a:ext cx="9046464" cy="182254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>
              <a:lnSpc>
                <a:spcPts val="7176"/>
              </a:lnSpc>
            </a:pPr>
            <a:r>
              <a:rPr sz="6900" i="0" b="0" spc="-75">
                <a:solidFill>
                  <a:srgbClr val="ECE8E1"/>
                </a:solidFill>
                <a:latin typeface="Newsreader"/>
              </a:rPr>
              <a:t>Be you — just not the </a:t>
            </a:r>
            <a:r>
              <a:rPr sz="6900" i="1" b="0" spc="-75">
                <a:solidFill>
                  <a:srgbClr val="E8A04C"/>
                </a:solidFill>
                <a:latin typeface="Newsreader"/>
              </a:rPr>
              <a:t>real</a:t>
            </a:r>
            <a:r>
              <a:rPr sz="6900" i="0" b="0" spc="-75">
                <a:solidFill>
                  <a:srgbClr val="ECE8E1"/>
                </a:solidFill>
                <a:latin typeface="Newsreader"/>
              </a:rPr>
              <a:t> you.</a:t>
            </a:r>
          </a:p>
        </p:txBody>
      </p:sp>
      <p:sp>
        <p:nvSpPr>
          <p:cNvPr id="7" name="Subtitle"/>
          <p:cNvSpPr txBox="1"/>
          <p:nvPr/>
        </p:nvSpPr>
        <p:spPr>
          <a:xfrm>
            <a:off x="876300" y="3841849"/>
            <a:ext cx="8682990" cy="973633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>
              <a:lnSpc>
                <a:spcPts val="3833"/>
              </a:lnSpc>
            </a:pPr>
            <a:r>
              <a:rPr sz="2700" i="0" b="0">
                <a:solidFill>
                  <a:srgbClr val="8E8A96"/>
                </a:solidFill>
                <a:latin typeface="Manrope"/>
              </a:rPr>
              <a:t>Design an illustrated avatar. No photos, no faces, no giveaways.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phone-01-confess_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pic>
        <p:nvPicPr>
          <p:cNvPr id="3" name="Phone" descr="phone-05-follow__pho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5524500"/>
            <a:ext cx="8991600" cy="12763500"/>
          </a:xfrm>
          <a:prstGeom prst="rect">
            <a:avLst/>
          </a:prstGeom>
        </p:spPr>
      </p:pic>
      <p:sp>
        <p:nvSpPr>
          <p:cNvPr id="4" name="Dot"/>
          <p:cNvSpPr/>
          <p:nvPr/>
        </p:nvSpPr>
        <p:spPr>
          <a:xfrm>
            <a:off x="876300" y="1238250"/>
            <a:ext cx="114300" cy="114300"/>
          </a:xfrm>
          <a:prstGeom prst="ellipse">
            <a:avLst/>
          </a:prstGeom>
          <a:solidFill>
            <a:srgbClr val="E8A0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Label"/>
          <p:cNvSpPr txBox="1"/>
          <p:nvPr/>
        </p:nvSpPr>
        <p:spPr>
          <a:xfrm>
            <a:off x="1143000" y="1123950"/>
            <a:ext cx="10748010" cy="3429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r>
              <a:rPr sz="1950" i="0" b="1" spc="300">
                <a:solidFill>
                  <a:srgbClr val="E8A04C"/>
                </a:solidFill>
                <a:latin typeface="Manrope"/>
              </a:rPr>
              <a:t>FOLLOW</a:t>
            </a:r>
          </a:p>
        </p:txBody>
      </p:sp>
      <p:sp>
        <p:nvSpPr>
          <p:cNvPr id="6" name="Headline"/>
          <p:cNvSpPr txBox="1"/>
          <p:nvPr/>
        </p:nvSpPr>
        <p:spPr>
          <a:xfrm>
            <a:off x="876300" y="1733550"/>
            <a:ext cx="9046464" cy="182254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>
              <a:lnSpc>
                <a:spcPts val="7176"/>
              </a:lnSpc>
            </a:pPr>
            <a:r>
              <a:rPr sz="6900" i="0" b="0" spc="-75">
                <a:solidFill>
                  <a:srgbClr val="ECE8E1"/>
                </a:solidFill>
                <a:latin typeface="Newsreader"/>
              </a:rPr>
              <a:t>Find voices that </a:t>
            </a:r>
            <a:r>
              <a:rPr sz="6900" i="1" b="0" spc="-75">
                <a:solidFill>
                  <a:srgbClr val="E8A04C"/>
                </a:solidFill>
                <a:latin typeface="Newsreader"/>
              </a:rPr>
              <a:t>feel</a:t>
            </a:r>
            <a:r>
              <a:rPr sz="6900" i="0" b="0" spc="-75">
                <a:solidFill>
                  <a:srgbClr val="ECE8E1"/>
                </a:solidFill>
                <a:latin typeface="Newsreader"/>
              </a:rPr>
              <a:t> like yours.</a:t>
            </a:r>
          </a:p>
        </p:txBody>
      </p:sp>
      <p:sp>
        <p:nvSpPr>
          <p:cNvPr id="7" name="Subtitle"/>
          <p:cNvSpPr txBox="1"/>
          <p:nvPr/>
        </p:nvSpPr>
        <p:spPr>
          <a:xfrm>
            <a:off x="876300" y="3841849"/>
            <a:ext cx="8682990" cy="973633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>
              <a:lnSpc>
                <a:spcPts val="3833"/>
              </a:lnSpc>
            </a:pPr>
            <a:r>
              <a:rPr sz="2700" i="0" b="0">
                <a:solidFill>
                  <a:srgbClr val="8E8A96"/>
                </a:solidFill>
                <a:latin typeface="Manrope"/>
              </a:rPr>
              <a:t>Follow writers you relate to and read their letters first.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phone-01-confess_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pic>
        <p:nvPicPr>
          <p:cNvPr id="3" name="Phone" descr="phone-06-private__pho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5524500"/>
            <a:ext cx="8991600" cy="12763500"/>
          </a:xfrm>
          <a:prstGeom prst="rect">
            <a:avLst/>
          </a:prstGeom>
        </p:spPr>
      </p:pic>
      <p:sp>
        <p:nvSpPr>
          <p:cNvPr id="4" name="Dot"/>
          <p:cNvSpPr/>
          <p:nvPr/>
        </p:nvSpPr>
        <p:spPr>
          <a:xfrm>
            <a:off x="876300" y="1238250"/>
            <a:ext cx="114300" cy="114300"/>
          </a:xfrm>
          <a:prstGeom prst="ellipse">
            <a:avLst/>
          </a:prstGeom>
          <a:solidFill>
            <a:srgbClr val="E8A0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Label"/>
          <p:cNvSpPr txBox="1"/>
          <p:nvPr/>
        </p:nvSpPr>
        <p:spPr>
          <a:xfrm>
            <a:off x="1143000" y="1123950"/>
            <a:ext cx="10748010" cy="3429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r>
              <a:rPr sz="1950" i="0" b="1" spc="300">
                <a:solidFill>
                  <a:srgbClr val="E8A04C"/>
                </a:solidFill>
                <a:latin typeface="Manrope"/>
              </a:rPr>
              <a:t>PRIVATE</a:t>
            </a:r>
          </a:p>
        </p:txBody>
      </p:sp>
      <p:sp>
        <p:nvSpPr>
          <p:cNvPr id="6" name="Headline"/>
          <p:cNvSpPr txBox="1"/>
          <p:nvPr/>
        </p:nvSpPr>
        <p:spPr>
          <a:xfrm>
            <a:off x="876300" y="1733550"/>
            <a:ext cx="9046464" cy="182254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>
              <a:lnSpc>
                <a:spcPts val="7176"/>
              </a:lnSpc>
            </a:pPr>
            <a:r>
              <a:rPr sz="6900" i="0" b="0" spc="-75">
                <a:solidFill>
                  <a:srgbClr val="ECE8E1"/>
                </a:solidFill>
                <a:latin typeface="Newsreader"/>
              </a:rPr>
              <a:t>Your words, </a:t>
            </a:r>
            <a:r>
              <a:rPr sz="6900" i="1" b="0" spc="-75">
                <a:solidFill>
                  <a:srgbClr val="E8A04C"/>
                </a:solidFill>
                <a:latin typeface="Newsreader"/>
              </a:rPr>
              <a:t>locked</a:t>
            </a:r>
            <a:r>
              <a:rPr sz="6900" i="0" b="0" spc="-75">
                <a:solidFill>
                  <a:srgbClr val="ECE8E1"/>
                </a:solidFill>
                <a:latin typeface="Newsreader"/>
              </a:rPr>
              <a:t> to you.</a:t>
            </a:r>
          </a:p>
        </p:txBody>
      </p:sp>
      <p:sp>
        <p:nvSpPr>
          <p:cNvPr id="7" name="Subtitle"/>
          <p:cNvSpPr txBox="1"/>
          <p:nvPr/>
        </p:nvSpPr>
        <p:spPr>
          <a:xfrm>
            <a:off x="876300" y="3841849"/>
            <a:ext cx="8682990" cy="973633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>
              <a:lnSpc>
                <a:spcPts val="3833"/>
              </a:lnSpc>
            </a:pPr>
            <a:r>
              <a:rPr sz="2700" i="0" b="0">
                <a:solidFill>
                  <a:srgbClr val="8E8A96"/>
                </a:solidFill>
                <a:latin typeface="Manrope"/>
              </a:rPr>
              <a:t>Password and fingerprint lock. Nothing that says who you are.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
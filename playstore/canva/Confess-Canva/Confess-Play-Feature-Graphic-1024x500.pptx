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753600" cy="476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feature-graphic_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4762500"/>
          </a:xfrm>
          <a:prstGeom prst="rect">
            <a:avLst/>
          </a:prstGeom>
        </p:spPr>
      </p:pic>
      <p:pic>
        <p:nvPicPr>
          <p:cNvPr id="3" name="Card" descr="feature-graphic_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50" y="0"/>
            <a:ext cx="4914900" cy="3238500"/>
          </a:xfrm>
          <a:prstGeom prst="rect">
            <a:avLst/>
          </a:prstGeom>
        </p:spPr>
      </p:pic>
      <p:pic>
        <p:nvPicPr>
          <p:cNvPr id="4" name="Avatars" descr="feature-graphic__avat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914650"/>
            <a:ext cx="4438650" cy="1752600"/>
          </a:xfrm>
          <a:prstGeom prst="rect">
            <a:avLst/>
          </a:prstGeom>
        </p:spPr>
      </p:pic>
      <p:pic>
        <p:nvPicPr>
          <p:cNvPr id="5" name="Wordmark" descr="feature-graphic__wor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90650"/>
            <a:ext cx="3695700" cy="714375"/>
          </a:xfrm>
          <a:prstGeom prst="rect">
            <a:avLst/>
          </a:prstGeom>
        </p:spPr>
      </p:pic>
      <p:sp>
        <p:nvSpPr>
          <p:cNvPr id="6" name="Tagline"/>
          <p:cNvSpPr txBox="1"/>
          <p:nvPr/>
        </p:nvSpPr>
        <p:spPr>
          <a:xfrm>
            <a:off x="800100" y="2431702"/>
            <a:ext cx="4798427" cy="5695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ts val="3967"/>
              </a:lnSpc>
            </a:pPr>
            <a:r>
              <a:rPr sz="3450" i="1" b="0">
                <a:solidFill>
                  <a:srgbClr val="ECE8E1"/>
                </a:solidFill>
                <a:latin typeface="Newsreader"/>
              </a:rPr>
              <a:t>Say it. Stay anonymous.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00100" y="3106935"/>
            <a:ext cx="4798427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sz="1650" i="0" b="0" spc="37">
                <a:solidFill>
                  <a:srgbClr val="8E8A96"/>
                </a:solidFill>
                <a:latin typeface="Manrope"/>
              </a:rPr>
              <a:t>Confessions · reactions · stories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
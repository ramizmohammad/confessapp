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4876800" cy="48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con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con" descr="icon-512-c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